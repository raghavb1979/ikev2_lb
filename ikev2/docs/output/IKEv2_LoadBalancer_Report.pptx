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6858000"/>
</p:presentation>
</file>

<file path=ppt/_rels/presentation.xml.rels><?xml version="1.0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IKEv2 Load Balancer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Hub-Spoke | OpenIKED + StrongSwan</a:t>
            </a:r>
          </a:p>
          <a:p>
            <a:pPr lvl="0"/>
            <a:r>
              <a:rPr lang="en-US" sz="2000"/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Problem Statement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IKEv2 LB for large hub-spoke router network</a:t>
            </a:r>
          </a:p>
          <a:p>
            <a:pPr lvl="0"/>
            <a:r>
              <a:rPr lang="en-US" sz="2000"/>
              <a:t>Hub: openiked-portable (iked)</a:t>
            </a:r>
          </a:p>
          <a:p>
            <a:pPr lvl="0"/>
            <a:r>
              <a:rPr lang="en-US" sz="2000"/>
              <a:t>Spokes: StrongSwan client or server</a:t>
            </a:r>
          </a:p>
          <a:p>
            <a:pPr lvl="0"/>
            <a:r>
              <a:rPr lang="en-US" sz="2000"/>
              <a:t>Hub VIP with SPI session stickiness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Architecture &amp; Flow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Hub-spoke: spokes -&gt; VIP only</a:t>
            </a:r>
          </a:p>
          <a:p>
            <a:pPr lvl="0"/>
            <a:r>
              <a:rPr lang="en-US" sz="2000"/>
              <a:t>IKE_SA_INIT: LB picks backend by Init SPI hash</a:t>
            </a:r>
          </a:p>
          <a:p>
            <a:pPr lvl="0"/>
            <a:r>
              <a:rPr lang="en-US" sz="2000"/>
              <a:t>Later IKE: same backend (SPI sticky)</a:t>
            </a:r>
          </a:p>
          <a:p>
            <a:pPr lvl="0"/>
            <a:r>
              <a:rPr lang="en-US" sz="2000"/>
              <a:t>ESP: kernel — not through LB</a:t>
            </a:r>
          </a:p>
          <a:p>
            <a:pPr lvl="0"/>
            <a:r>
              <a:rPr lang="en-US" sz="2000"/>
              <a:t>See docs/FLOWS.md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LLD Modules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ike_msg.c — IKE header &amp; payloads</a:t>
            </a:r>
          </a:p>
          <a:p>
            <a:pPr lvl="0"/>
            <a:r>
              <a:rPr lang="en-US" sz="2000"/>
              <a:t>ike_lb_session.c — config, SPI hash, sessions</a:t>
            </a:r>
          </a:p>
          <a:p>
            <a:pPr lvl="0"/>
            <a:r>
              <a:rPr lang="en-US" sz="2000"/>
              <a:t>ike_lb_main.c — poll, forward, reply relay</a:t>
            </a:r>
          </a:p>
          <a:p>
            <a:pPr lvl="0"/>
            <a:r>
              <a:rPr lang="en-US" sz="2000"/>
              <a:t>Makefile build-time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Implementation Steps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Requirements: Rubric + openiked hub LB + StrongSwan spokes</a:t>
            </a:r>
          </a:p>
          <a:p>
            <a:pPr lvl="0"/>
            <a:r>
              <a:rPr lang="en-US" sz="2000"/>
              <a:t>HLD/LLD: docs/DESIGN.md — VIP, SPI stickiness</a:t>
            </a:r>
          </a:p>
          <a:p>
            <a:pPr lvl="0"/>
            <a:r>
              <a:rPr lang="en-US" sz="2000"/>
              <a:t>Implementation: ike-lb, ike_lb_pcap, Makefile, build-time limits</a:t>
            </a:r>
          </a:p>
          <a:p>
            <a:pPr lvl="0"/>
            <a:r>
              <a:rPr lang="en-US" sz="2000"/>
              <a:t>Interop: INTEROP.md — Required / Recommended / Optional</a:t>
            </a:r>
          </a:p>
          <a:p>
            <a:pPr lvl="0"/>
            <a:r>
              <a:rPr lang="en-US" sz="2000"/>
              <a:t>Scalability: DESIGN.md §5 — 65k sessions, 32 backends, scale-out path</a:t>
            </a:r>
          </a:p>
          <a:p>
            <a:pPr lvl="0"/>
            <a:r>
              <a:rPr lang="en-US" sz="2000"/>
              <a:t>Testing: 30 unit tests; E2E + multi-session + PCAP + recording</a:t>
            </a:r>
          </a:p>
          <a:p>
            <a:pPr lvl="0"/>
            <a:r>
              <a:rPr lang="en-US" sz="2000"/>
              <a:t>Practicality: docs/PRACTICALITY.md — lab vs production, S-01–S-04</a:t>
            </a:r>
          </a:p>
          <a:p>
            <a:pPr lvl="0"/>
            <a:r>
              <a:rPr lang="en-US" sz="2000"/>
              <a:t>Submission: PDF/PPTX via make submission-docs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Test Results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Unit tests: 31/31 PASS</a:t>
            </a:r>
          </a:p>
          <a:p>
            <a:pPr lvl="0"/>
            <a:r>
              <a:rPr lang="en-US" sz="2000"/>
              <a:t>E2E + PCAP: run_e2e_tcpdump.sh</a:t>
            </a:r>
          </a:p>
          <a:p>
            <a:pPr lvl="0"/>
            <a:r>
              <a:rPr lang="en-US" sz="2000"/>
              <a:t>Multi-session: 5/5 via LB</a:t>
            </a:r>
          </a:p>
          <a:p>
            <a:pPr lvl="0"/>
            <a:r>
              <a:rPr lang="en-US" sz="2000"/>
              <a:t>S-01 automated PASS (StrongSwan); S-02–S-04 partial/manual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Scalability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Horizontal: add iked backends; VIP unchanged</a:t>
            </a:r>
          </a:p>
          <a:p>
            <a:pPr lvl="0"/>
            <a:r>
              <a:rPr lang="en-US" sz="2000"/>
              <a:t>65536 sessions, 32 backends (defaults)</a:t>
            </a:r>
          </a:p>
          <a:p>
            <a:pPr lvl="0"/>
            <a:r>
              <a:rPr lang="en-US" sz="2000"/>
              <a:t>Bottlenecks: single-thread, linear lookup</a:t>
            </a:r>
          </a:p>
          <a:p>
            <a:pPr lvl="0"/>
            <a:r>
              <a:rPr lang="en-US" sz="2000"/>
              <a:t>Production: hash table, multi-core, kernel LB, HA</a:t>
            </a:r>
          </a:p>
          <a:p>
            <a:pPr lvl="0"/>
            <a:r>
              <a:rPr lang="en-US" sz="2000"/>
              <a:t>See docs/DESIGN.md section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Interop: Required / Recommended / Optional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Required: IKE structure, algorithms, SPI stickiness, VIP</a:t>
            </a:r>
          </a:p>
          <a:p>
            <a:pPr lvl="0"/>
            <a:r>
              <a:rPr lang="en-US" sz="2000"/>
              <a:t>Required for VPN: ESP, routing, firewall</a:t>
            </a:r>
          </a:p>
          <a:p>
            <a:pPr lvl="0"/>
            <a:r>
              <a:rPr lang="en-US" sz="2000"/>
              <a:t>Recommended: NAT-T, DPD, backend health</a:t>
            </a:r>
          </a:p>
          <a:p>
            <a:pPr lvl="0"/>
            <a:r>
              <a:rPr lang="en-US" sz="2000"/>
              <a:t>Optional: MOBIKE, LB HA — see docs/INTEROP.md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Real-world practicality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Lab: IKE_SA_INIT + stickiness via demo client/LB</a:t>
            </a:r>
          </a:p>
          <a:p>
            <a:pPr lvl="0"/>
            <a:r>
              <a:rPr lang="en-US" sz="2000"/>
              <a:t>Prod: StrongSwan + openiked; IKE_AUTH, ESP, certs</a:t>
            </a:r>
          </a:p>
          <a:p>
            <a:pPr lvl="0"/>
            <a:r>
              <a:rPr lang="en-US" sz="2000"/>
              <a:t>Lab relay vs prod asymmetric IKE return</a:t>
            </a:r>
          </a:p>
          <a:p>
            <a:pPr lvl="0"/>
            <a:r>
              <a:rPr lang="en-US" sz="2000"/>
              <a:t>S-04 NAT-T (10.10.x) before full go-live</a:t>
            </a:r>
          </a:p>
          <a:p>
            <a:pPr lvl="0"/>
            <a:r>
              <a:rPr lang="en-US" sz="2000"/>
              <a:t>docs/PRACTICALITY.md + TEST_PLAN section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Recording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demo_recording.log / .html (make record)</a:t>
            </a:r>
          </a:p>
          <a:p>
            <a:pPr lvl="0"/>
            <a:r>
              <a:rPr lang="en-US" sz="2000"/>
              <a:t>Webex/video: user-provided</a:t>
            </a:r>
          </a:p>
          <a:p>
            <a:pPr lvl="0"/>
            <a:r>
              <a:rPr lang="en-US" sz="2000"/>
              <a:t>docs/PROMPTS.md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AI Usage in SDLC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Requirements → HLD/LLD → C code → tests</a:t>
            </a:r>
          </a:p>
          <a:p>
            <a:pPr lvl="0"/>
            <a:r>
              <a:rPr lang="en-US" sz="2000"/>
              <a:t>Interop docs, build tuning, submission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1: Assignment brief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Rubric: HLD→LLD→Execution→Testing; provide all prompts; PDF/Doc/Video.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2: can you create the code now?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3: can you create the c files with make file?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4: you understood the problem statement clearly?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5: IKEv2 LB + openiked + StrongSwan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Hub-spoke; openiked-portable; StrongSwan interop.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6: test plan and test it?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7: how many requests handled concurrently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8: configurable at build time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IKE_LB_MAX_SESSIONS/BACKENDS/TIMEOUT defaults.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9: is the python file inside src/ikev2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10: if not required remote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Remove unused Python.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11: generate ppt or pdf and prompt string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12: tcpdump and end to end testing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13: all the interop with algorithms flow tested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14: IKE interop: structure/algorithms vs other scenarios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15: update required vs optional scenarios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INTEROP.md checklists.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Prompt 16: prompt log: required prompts only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docs/PROMPTS.md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/>
              <a:t>References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Char char="•"/>
            </a:pPr>
            <a:r>
              <a:rPr lang="en-US" sz="2000"/>
              <a:t>openiked-portable &amp; strongswan (GitHub)</a:t>
            </a:r>
          </a:p>
          <a:p>
            <a:pPr lvl="0"/>
            <a:r>
              <a:rPr lang="en-US" sz="2000"/>
              <a:t>RFC 7296 IKEv2</a:t>
            </a:r>
          </a:p>
          <a:p>
            <a:pPr lvl="0"/>
            <a:r>
              <a:rPr lang="en-US" sz="2000"/>
              <a:t>docs/INTEROP.md — Required/Optional checklists</a:t>
            </a:r>
          </a:p>
          <a:p>
            <a:pPr lvl="0"/>
            <a:r>
              <a:rPr lang="en-US" sz="2000"/>
              <a:t>docs/TEST_PLAN.md, docs/PRACTICALITY.md, docs/README.md</a:t>
            </a:r>
          </a:p>
        </p:txBody>
      </p:sp>
    </p:spTree>
  </p:cSld>
  <p:clrMapOvr>
    <a:masterClrMapping/>
  </p:clrMapOvr>
</p:sld>
</file>